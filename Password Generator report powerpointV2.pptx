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0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6" autoAdjust="0"/>
    <p:restoredTop sz="94660"/>
  </p:normalViewPr>
  <p:slideViewPr>
    <p:cSldViewPr snapToGrid="0">
      <p:cViewPr>
        <p:scale>
          <a:sx n="60" d="100"/>
          <a:sy n="60" d="100"/>
        </p:scale>
        <p:origin x="85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3D55DB-D18E-4A44-914F-3BCD3EF7994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E24E12-004C-48CD-B73E-5F2A5525F633}">
      <dgm:prSet/>
      <dgm:spPr>
        <a:solidFill>
          <a:srgbClr val="CF0D25"/>
        </a:solidFill>
        <a:ln>
          <a:solidFill>
            <a:srgbClr val="CF0D25"/>
          </a:solidFill>
        </a:ln>
      </dgm:spPr>
      <dgm:t>
        <a:bodyPr/>
        <a:lstStyle/>
        <a:p>
          <a:r>
            <a:rPr lang="en-US"/>
            <a:t>Project Overview</a:t>
          </a:r>
          <a:endParaRPr lang="en-US" dirty="0"/>
        </a:p>
      </dgm:t>
    </dgm:pt>
    <dgm:pt modelId="{4E4FC12C-24F9-4B46-94F7-028538E14B83}" type="parTrans" cxnId="{D2EE1DF2-8172-49DE-95C1-33316AA33F54}">
      <dgm:prSet/>
      <dgm:spPr/>
      <dgm:t>
        <a:bodyPr/>
        <a:lstStyle/>
        <a:p>
          <a:endParaRPr lang="en-US"/>
        </a:p>
      </dgm:t>
    </dgm:pt>
    <dgm:pt modelId="{6648A9D3-0DE9-4CD7-8A83-6C0A78028ED0}" type="sibTrans" cxnId="{D2EE1DF2-8172-49DE-95C1-33316AA33F54}">
      <dgm:prSet/>
      <dgm:spPr/>
      <dgm:t>
        <a:bodyPr/>
        <a:lstStyle/>
        <a:p>
          <a:endParaRPr lang="en-US"/>
        </a:p>
      </dgm:t>
    </dgm:pt>
    <dgm:pt modelId="{E6A119B0-2B0C-4886-B0A7-EABE3BDB91A4}">
      <dgm:prSet/>
      <dgm:spPr>
        <a:solidFill>
          <a:srgbClr val="CF0D25"/>
        </a:solidFill>
      </dgm:spPr>
      <dgm:t>
        <a:bodyPr/>
        <a:lstStyle/>
        <a:p>
          <a:r>
            <a:rPr lang="en-US" dirty="0"/>
            <a:t>Project Objectives</a:t>
          </a:r>
        </a:p>
      </dgm:t>
    </dgm:pt>
    <dgm:pt modelId="{7CBC971B-12BA-426E-AD89-F9D6C4979AE7}" type="parTrans" cxnId="{C855AEED-5F1B-4424-9CF1-87797CA609A7}">
      <dgm:prSet/>
      <dgm:spPr/>
      <dgm:t>
        <a:bodyPr/>
        <a:lstStyle/>
        <a:p>
          <a:endParaRPr lang="en-US"/>
        </a:p>
      </dgm:t>
    </dgm:pt>
    <dgm:pt modelId="{7F32C821-E5EB-4331-97CB-C5D98B2F9165}" type="sibTrans" cxnId="{C855AEED-5F1B-4424-9CF1-87797CA609A7}">
      <dgm:prSet/>
      <dgm:spPr/>
      <dgm:t>
        <a:bodyPr/>
        <a:lstStyle/>
        <a:p>
          <a:endParaRPr lang="en-US"/>
        </a:p>
      </dgm:t>
    </dgm:pt>
    <dgm:pt modelId="{62446136-B391-41BA-99A7-42168D5B891C}">
      <dgm:prSet/>
      <dgm:spPr>
        <a:solidFill>
          <a:srgbClr val="CF0D25"/>
        </a:solidFill>
      </dgm:spPr>
      <dgm:t>
        <a:bodyPr/>
        <a:lstStyle/>
        <a:p>
          <a:r>
            <a:rPr lang="en-US" dirty="0"/>
            <a:t>Methodology</a:t>
          </a:r>
        </a:p>
      </dgm:t>
    </dgm:pt>
    <dgm:pt modelId="{C8AC3F94-3F34-46D9-A9AD-72C3BBDFCB98}" type="parTrans" cxnId="{889B7826-D821-40F4-B24D-D428A1BBBC1E}">
      <dgm:prSet/>
      <dgm:spPr/>
      <dgm:t>
        <a:bodyPr/>
        <a:lstStyle/>
        <a:p>
          <a:endParaRPr lang="en-US"/>
        </a:p>
      </dgm:t>
    </dgm:pt>
    <dgm:pt modelId="{BE0C0F2E-1271-4321-ACD5-09BF4969F7A3}" type="sibTrans" cxnId="{889B7826-D821-40F4-B24D-D428A1BBBC1E}">
      <dgm:prSet/>
      <dgm:spPr/>
      <dgm:t>
        <a:bodyPr/>
        <a:lstStyle/>
        <a:p>
          <a:endParaRPr lang="en-US"/>
        </a:p>
      </dgm:t>
    </dgm:pt>
    <dgm:pt modelId="{FCD7613A-9D28-40CE-AF0B-D7ED21EE8605}">
      <dgm:prSet/>
      <dgm:spPr>
        <a:solidFill>
          <a:srgbClr val="CF0D25"/>
        </a:solidFill>
      </dgm:spPr>
      <dgm:t>
        <a:bodyPr/>
        <a:lstStyle/>
        <a:p>
          <a:r>
            <a:rPr lang="en-US" dirty="0"/>
            <a:t>Challenges and Risks</a:t>
          </a:r>
        </a:p>
      </dgm:t>
    </dgm:pt>
    <dgm:pt modelId="{0A5E3494-C99C-4AC7-A6E6-09F03CC62FBA}" type="parTrans" cxnId="{E6076010-1672-4662-A2C4-3E522575FA80}">
      <dgm:prSet/>
      <dgm:spPr/>
      <dgm:t>
        <a:bodyPr/>
        <a:lstStyle/>
        <a:p>
          <a:endParaRPr lang="en-US"/>
        </a:p>
      </dgm:t>
    </dgm:pt>
    <dgm:pt modelId="{652995D1-60FE-4339-8F15-DCDC7CBADBBF}" type="sibTrans" cxnId="{E6076010-1672-4662-A2C4-3E522575FA80}">
      <dgm:prSet/>
      <dgm:spPr/>
      <dgm:t>
        <a:bodyPr/>
        <a:lstStyle/>
        <a:p>
          <a:endParaRPr lang="en-US"/>
        </a:p>
      </dgm:t>
    </dgm:pt>
    <dgm:pt modelId="{518A3F68-0D82-4691-9657-C00A482CB9E0}">
      <dgm:prSet/>
      <dgm:spPr>
        <a:solidFill>
          <a:srgbClr val="CF0D25"/>
        </a:solidFill>
      </dgm:spPr>
      <dgm:t>
        <a:bodyPr/>
        <a:lstStyle/>
        <a:p>
          <a:r>
            <a:rPr lang="en-US" dirty="0"/>
            <a:t>Results and summary</a:t>
          </a:r>
        </a:p>
      </dgm:t>
    </dgm:pt>
    <dgm:pt modelId="{1E871BCD-50F6-493C-AE32-7C3F8BCA493A}" type="parTrans" cxnId="{F4509028-666B-433C-85AB-F3CC6982FCDB}">
      <dgm:prSet/>
      <dgm:spPr/>
      <dgm:t>
        <a:bodyPr/>
        <a:lstStyle/>
        <a:p>
          <a:endParaRPr lang="en-US"/>
        </a:p>
      </dgm:t>
    </dgm:pt>
    <dgm:pt modelId="{844B3EC8-EBA0-430A-A7D9-4D20A5485298}" type="sibTrans" cxnId="{F4509028-666B-433C-85AB-F3CC6982FCDB}">
      <dgm:prSet/>
      <dgm:spPr/>
      <dgm:t>
        <a:bodyPr/>
        <a:lstStyle/>
        <a:p>
          <a:endParaRPr lang="en-US"/>
        </a:p>
      </dgm:t>
    </dgm:pt>
    <dgm:pt modelId="{862AAB53-5974-46EC-8F44-7E0D4171EF53}">
      <dgm:prSet/>
      <dgm:spPr>
        <a:solidFill>
          <a:srgbClr val="CF0D25"/>
        </a:solidFill>
      </dgm:spPr>
      <dgm:t>
        <a:bodyPr/>
        <a:lstStyle/>
        <a:p>
          <a:r>
            <a:rPr lang="en-US"/>
            <a:t>System Implementation</a:t>
          </a:r>
          <a:endParaRPr lang="en-US" dirty="0"/>
        </a:p>
      </dgm:t>
    </dgm:pt>
    <dgm:pt modelId="{71951654-24B5-40D9-B01E-D10D488A8258}" type="parTrans" cxnId="{4B71E96D-3582-4024-BAA1-2BDB236D376E}">
      <dgm:prSet/>
      <dgm:spPr/>
      <dgm:t>
        <a:bodyPr/>
        <a:lstStyle/>
        <a:p>
          <a:endParaRPr lang="en-US"/>
        </a:p>
      </dgm:t>
    </dgm:pt>
    <dgm:pt modelId="{8ED5B3D3-AFFB-4690-9233-775D0CE8ABBE}" type="sibTrans" cxnId="{4B71E96D-3582-4024-BAA1-2BDB236D376E}">
      <dgm:prSet/>
      <dgm:spPr/>
      <dgm:t>
        <a:bodyPr/>
        <a:lstStyle/>
        <a:p>
          <a:endParaRPr lang="en-US"/>
        </a:p>
      </dgm:t>
    </dgm:pt>
    <dgm:pt modelId="{8D960973-5C1D-4F1B-BE30-F7EFE67925B2}" type="pres">
      <dgm:prSet presAssocID="{2B3D55DB-D18E-4A44-914F-3BCD3EF79947}" presName="linear" presStyleCnt="0">
        <dgm:presLayoutVars>
          <dgm:dir/>
          <dgm:animLvl val="lvl"/>
          <dgm:resizeHandles val="exact"/>
        </dgm:presLayoutVars>
      </dgm:prSet>
      <dgm:spPr/>
    </dgm:pt>
    <dgm:pt modelId="{1E96F8FB-6F69-4826-A0E7-8CCC57324B66}" type="pres">
      <dgm:prSet presAssocID="{14E24E12-004C-48CD-B73E-5F2A5525F633}" presName="parentLin" presStyleCnt="0"/>
      <dgm:spPr/>
    </dgm:pt>
    <dgm:pt modelId="{AC5CE018-B1EA-42B5-BDA3-6211A2FBC3A5}" type="pres">
      <dgm:prSet presAssocID="{14E24E12-004C-48CD-B73E-5F2A5525F633}" presName="parentLeftMargin" presStyleLbl="node1" presStyleIdx="0" presStyleCnt="6"/>
      <dgm:spPr/>
    </dgm:pt>
    <dgm:pt modelId="{540D6A3E-E904-470C-B6DA-B21528BA3A21}" type="pres">
      <dgm:prSet presAssocID="{14E24E12-004C-48CD-B73E-5F2A5525F63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194C58C-9A4E-49EC-8726-5837ACF0A65C}" type="pres">
      <dgm:prSet presAssocID="{14E24E12-004C-48CD-B73E-5F2A5525F633}" presName="negativeSpace" presStyleCnt="0"/>
      <dgm:spPr/>
    </dgm:pt>
    <dgm:pt modelId="{546B8BCE-B359-4B01-A446-880FCCBA17B5}" type="pres">
      <dgm:prSet presAssocID="{14E24E12-004C-48CD-B73E-5F2A5525F633}" presName="childText" presStyleLbl="conFgAcc1" presStyleIdx="0" presStyleCnt="6">
        <dgm:presLayoutVars>
          <dgm:bulletEnabled val="1"/>
        </dgm:presLayoutVars>
      </dgm:prSet>
      <dgm:spPr>
        <a:ln>
          <a:solidFill>
            <a:srgbClr val="CF0D25"/>
          </a:solidFill>
        </a:ln>
      </dgm:spPr>
    </dgm:pt>
    <dgm:pt modelId="{7F4EE0AD-3BAC-42A2-ACCC-9D1161BF99F7}" type="pres">
      <dgm:prSet presAssocID="{6648A9D3-0DE9-4CD7-8A83-6C0A78028ED0}" presName="spaceBetweenRectangles" presStyleCnt="0"/>
      <dgm:spPr/>
    </dgm:pt>
    <dgm:pt modelId="{5ACD5A2B-61E8-4ED2-8ADA-A2F87EE72946}" type="pres">
      <dgm:prSet presAssocID="{E6A119B0-2B0C-4886-B0A7-EABE3BDB91A4}" presName="parentLin" presStyleCnt="0"/>
      <dgm:spPr/>
    </dgm:pt>
    <dgm:pt modelId="{BED9C1BE-761F-424F-8A65-330F72163C03}" type="pres">
      <dgm:prSet presAssocID="{E6A119B0-2B0C-4886-B0A7-EABE3BDB91A4}" presName="parentLeftMargin" presStyleLbl="node1" presStyleIdx="0" presStyleCnt="6"/>
      <dgm:spPr/>
    </dgm:pt>
    <dgm:pt modelId="{59EA086D-E958-40EB-A0B4-43BBBE87FF0D}" type="pres">
      <dgm:prSet presAssocID="{E6A119B0-2B0C-4886-B0A7-EABE3BDB91A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372E854-6E73-4683-BD8C-663DCCCE1FCC}" type="pres">
      <dgm:prSet presAssocID="{E6A119B0-2B0C-4886-B0A7-EABE3BDB91A4}" presName="negativeSpace" presStyleCnt="0"/>
      <dgm:spPr/>
    </dgm:pt>
    <dgm:pt modelId="{4F532D39-28C8-43F2-A1D1-AA88BAA23488}" type="pres">
      <dgm:prSet presAssocID="{E6A119B0-2B0C-4886-B0A7-EABE3BDB91A4}" presName="childText" presStyleLbl="conFgAcc1" presStyleIdx="1" presStyleCnt="6">
        <dgm:presLayoutVars>
          <dgm:bulletEnabled val="1"/>
        </dgm:presLayoutVars>
      </dgm:prSet>
      <dgm:spPr>
        <a:ln>
          <a:solidFill>
            <a:srgbClr val="CF0D25"/>
          </a:solidFill>
        </a:ln>
      </dgm:spPr>
    </dgm:pt>
    <dgm:pt modelId="{AB2F6607-90CD-49DF-ADD6-0D2BC050864F}" type="pres">
      <dgm:prSet presAssocID="{7F32C821-E5EB-4331-97CB-C5D98B2F9165}" presName="spaceBetweenRectangles" presStyleCnt="0"/>
      <dgm:spPr/>
    </dgm:pt>
    <dgm:pt modelId="{86EFBE35-FF3A-4C8E-828D-C9A16232E8BE}" type="pres">
      <dgm:prSet presAssocID="{62446136-B391-41BA-99A7-42168D5B891C}" presName="parentLin" presStyleCnt="0"/>
      <dgm:spPr/>
    </dgm:pt>
    <dgm:pt modelId="{3D0E8C67-1883-48B1-A0CE-DC9D8AE3E991}" type="pres">
      <dgm:prSet presAssocID="{62446136-B391-41BA-99A7-42168D5B891C}" presName="parentLeftMargin" presStyleLbl="node1" presStyleIdx="1" presStyleCnt="6"/>
      <dgm:spPr/>
    </dgm:pt>
    <dgm:pt modelId="{A6A8D9A1-9C8D-410A-87C7-FFD32EEF9DD0}" type="pres">
      <dgm:prSet presAssocID="{62446136-B391-41BA-99A7-42168D5B891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5BC0A78-B372-45C3-A9EC-99AD712BDCE6}" type="pres">
      <dgm:prSet presAssocID="{62446136-B391-41BA-99A7-42168D5B891C}" presName="negativeSpace" presStyleCnt="0"/>
      <dgm:spPr/>
    </dgm:pt>
    <dgm:pt modelId="{90343B63-E0B4-485D-AA3B-2BD3D12A7220}" type="pres">
      <dgm:prSet presAssocID="{62446136-B391-41BA-99A7-42168D5B891C}" presName="childText" presStyleLbl="conFgAcc1" presStyleIdx="2" presStyleCnt="6">
        <dgm:presLayoutVars>
          <dgm:bulletEnabled val="1"/>
        </dgm:presLayoutVars>
      </dgm:prSet>
      <dgm:spPr>
        <a:ln>
          <a:solidFill>
            <a:srgbClr val="CF0D25"/>
          </a:solidFill>
        </a:ln>
      </dgm:spPr>
    </dgm:pt>
    <dgm:pt modelId="{97CAE797-3502-4D6B-8479-23DA385BC046}" type="pres">
      <dgm:prSet presAssocID="{BE0C0F2E-1271-4321-ACD5-09BF4969F7A3}" presName="spaceBetweenRectangles" presStyleCnt="0"/>
      <dgm:spPr/>
    </dgm:pt>
    <dgm:pt modelId="{2A1BD9A1-ADB0-4ABB-AC86-3C1A65C71CA3}" type="pres">
      <dgm:prSet presAssocID="{862AAB53-5974-46EC-8F44-7E0D4171EF53}" presName="parentLin" presStyleCnt="0"/>
      <dgm:spPr/>
    </dgm:pt>
    <dgm:pt modelId="{9646BC0B-4BC0-4C8D-83A1-EC12444C387A}" type="pres">
      <dgm:prSet presAssocID="{862AAB53-5974-46EC-8F44-7E0D4171EF53}" presName="parentLeftMargin" presStyleLbl="node1" presStyleIdx="2" presStyleCnt="6"/>
      <dgm:spPr/>
    </dgm:pt>
    <dgm:pt modelId="{4BB62B95-3648-4533-8179-2739CF69B492}" type="pres">
      <dgm:prSet presAssocID="{862AAB53-5974-46EC-8F44-7E0D4171EF5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02DAAAB-831F-4279-BDB5-8603B4ADE401}" type="pres">
      <dgm:prSet presAssocID="{862AAB53-5974-46EC-8F44-7E0D4171EF53}" presName="negativeSpace" presStyleCnt="0"/>
      <dgm:spPr/>
    </dgm:pt>
    <dgm:pt modelId="{6A9E3CA7-7908-4727-A751-A134A261A840}" type="pres">
      <dgm:prSet presAssocID="{862AAB53-5974-46EC-8F44-7E0D4171EF53}" presName="childText" presStyleLbl="conFgAcc1" presStyleIdx="3" presStyleCnt="6">
        <dgm:presLayoutVars>
          <dgm:bulletEnabled val="1"/>
        </dgm:presLayoutVars>
      </dgm:prSet>
      <dgm:spPr/>
    </dgm:pt>
    <dgm:pt modelId="{70E2BC9B-78B1-43DE-8623-795D3303205B}" type="pres">
      <dgm:prSet presAssocID="{8ED5B3D3-AFFB-4690-9233-775D0CE8ABBE}" presName="spaceBetweenRectangles" presStyleCnt="0"/>
      <dgm:spPr/>
    </dgm:pt>
    <dgm:pt modelId="{92FBAAE2-C414-492A-B86A-54F434A4DCDB}" type="pres">
      <dgm:prSet presAssocID="{FCD7613A-9D28-40CE-AF0B-D7ED21EE8605}" presName="parentLin" presStyleCnt="0"/>
      <dgm:spPr/>
    </dgm:pt>
    <dgm:pt modelId="{27540C86-EDE8-41DE-A390-F2FD17869BC2}" type="pres">
      <dgm:prSet presAssocID="{FCD7613A-9D28-40CE-AF0B-D7ED21EE8605}" presName="parentLeftMargin" presStyleLbl="node1" presStyleIdx="3" presStyleCnt="6"/>
      <dgm:spPr/>
    </dgm:pt>
    <dgm:pt modelId="{961B18E8-D949-4660-8560-F023DFFA3457}" type="pres">
      <dgm:prSet presAssocID="{FCD7613A-9D28-40CE-AF0B-D7ED21EE860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438ADE8-CEC3-4D1D-92A4-2E234E0CBC05}" type="pres">
      <dgm:prSet presAssocID="{FCD7613A-9D28-40CE-AF0B-D7ED21EE8605}" presName="negativeSpace" presStyleCnt="0"/>
      <dgm:spPr/>
    </dgm:pt>
    <dgm:pt modelId="{D8328C3B-BF4C-49AE-AC96-006EC755B802}" type="pres">
      <dgm:prSet presAssocID="{FCD7613A-9D28-40CE-AF0B-D7ED21EE8605}" presName="childText" presStyleLbl="conFgAcc1" presStyleIdx="4" presStyleCnt="6">
        <dgm:presLayoutVars>
          <dgm:bulletEnabled val="1"/>
        </dgm:presLayoutVars>
      </dgm:prSet>
      <dgm:spPr>
        <a:ln>
          <a:solidFill>
            <a:srgbClr val="CF0D25"/>
          </a:solidFill>
        </a:ln>
      </dgm:spPr>
    </dgm:pt>
    <dgm:pt modelId="{1E167010-5BD8-4032-9457-D3E21ABC1E84}" type="pres">
      <dgm:prSet presAssocID="{652995D1-60FE-4339-8F15-DCDC7CBADBBF}" presName="spaceBetweenRectangles" presStyleCnt="0"/>
      <dgm:spPr/>
    </dgm:pt>
    <dgm:pt modelId="{B3F61B01-8C2C-46CE-94F5-EAA525593647}" type="pres">
      <dgm:prSet presAssocID="{518A3F68-0D82-4691-9657-C00A482CB9E0}" presName="parentLin" presStyleCnt="0"/>
      <dgm:spPr/>
    </dgm:pt>
    <dgm:pt modelId="{25C2CA75-CD69-40E9-A135-AF558509871E}" type="pres">
      <dgm:prSet presAssocID="{518A3F68-0D82-4691-9657-C00A482CB9E0}" presName="parentLeftMargin" presStyleLbl="node1" presStyleIdx="4" presStyleCnt="6"/>
      <dgm:spPr/>
    </dgm:pt>
    <dgm:pt modelId="{EEE53E42-E636-466D-88B4-89D1A526CE1D}" type="pres">
      <dgm:prSet presAssocID="{518A3F68-0D82-4691-9657-C00A482CB9E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FC4D5825-02CF-4A7E-AEF2-6FE6E0AF17D9}" type="pres">
      <dgm:prSet presAssocID="{518A3F68-0D82-4691-9657-C00A482CB9E0}" presName="negativeSpace" presStyleCnt="0"/>
      <dgm:spPr/>
    </dgm:pt>
    <dgm:pt modelId="{F6775330-CA78-4CBC-8656-3EBBE0C4C4E3}" type="pres">
      <dgm:prSet presAssocID="{518A3F68-0D82-4691-9657-C00A482CB9E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E6076010-1672-4662-A2C4-3E522575FA80}" srcId="{2B3D55DB-D18E-4A44-914F-3BCD3EF79947}" destId="{FCD7613A-9D28-40CE-AF0B-D7ED21EE8605}" srcOrd="4" destOrd="0" parTransId="{0A5E3494-C99C-4AC7-A6E6-09F03CC62FBA}" sibTransId="{652995D1-60FE-4339-8F15-DCDC7CBADBBF}"/>
    <dgm:cxn modelId="{AAEA4B13-EE8B-496C-B483-132A54CC9DE8}" type="presOf" srcId="{518A3F68-0D82-4691-9657-C00A482CB9E0}" destId="{EEE53E42-E636-466D-88B4-89D1A526CE1D}" srcOrd="1" destOrd="0" presId="urn:microsoft.com/office/officeart/2005/8/layout/list1"/>
    <dgm:cxn modelId="{889B7826-D821-40F4-B24D-D428A1BBBC1E}" srcId="{2B3D55DB-D18E-4A44-914F-3BCD3EF79947}" destId="{62446136-B391-41BA-99A7-42168D5B891C}" srcOrd="2" destOrd="0" parTransId="{C8AC3F94-3F34-46D9-A9AD-72C3BBDFCB98}" sibTransId="{BE0C0F2E-1271-4321-ACD5-09BF4969F7A3}"/>
    <dgm:cxn modelId="{F4509028-666B-433C-85AB-F3CC6982FCDB}" srcId="{2B3D55DB-D18E-4A44-914F-3BCD3EF79947}" destId="{518A3F68-0D82-4691-9657-C00A482CB9E0}" srcOrd="5" destOrd="0" parTransId="{1E871BCD-50F6-493C-AE32-7C3F8BCA493A}" sibTransId="{844B3EC8-EBA0-430A-A7D9-4D20A5485298}"/>
    <dgm:cxn modelId="{FD9D892B-547E-450E-98FE-A80352F5B6AE}" type="presOf" srcId="{862AAB53-5974-46EC-8F44-7E0D4171EF53}" destId="{9646BC0B-4BC0-4C8D-83A1-EC12444C387A}" srcOrd="0" destOrd="0" presId="urn:microsoft.com/office/officeart/2005/8/layout/list1"/>
    <dgm:cxn modelId="{A2A0EC33-7286-4B64-AD41-EEBF8C914897}" type="presOf" srcId="{E6A119B0-2B0C-4886-B0A7-EABE3BDB91A4}" destId="{59EA086D-E958-40EB-A0B4-43BBBE87FF0D}" srcOrd="1" destOrd="0" presId="urn:microsoft.com/office/officeart/2005/8/layout/list1"/>
    <dgm:cxn modelId="{6C5A0D64-735D-4DFB-8EA4-EA42158BF4BF}" type="presOf" srcId="{E6A119B0-2B0C-4886-B0A7-EABE3BDB91A4}" destId="{BED9C1BE-761F-424F-8A65-330F72163C03}" srcOrd="0" destOrd="0" presId="urn:microsoft.com/office/officeart/2005/8/layout/list1"/>
    <dgm:cxn modelId="{B30B2F4C-A3CA-4C94-B315-60B0A842F089}" type="presOf" srcId="{62446136-B391-41BA-99A7-42168D5B891C}" destId="{A6A8D9A1-9C8D-410A-87C7-FFD32EEF9DD0}" srcOrd="1" destOrd="0" presId="urn:microsoft.com/office/officeart/2005/8/layout/list1"/>
    <dgm:cxn modelId="{4B71E96D-3582-4024-BAA1-2BDB236D376E}" srcId="{2B3D55DB-D18E-4A44-914F-3BCD3EF79947}" destId="{862AAB53-5974-46EC-8F44-7E0D4171EF53}" srcOrd="3" destOrd="0" parTransId="{71951654-24B5-40D9-B01E-D10D488A8258}" sibTransId="{8ED5B3D3-AFFB-4690-9233-775D0CE8ABBE}"/>
    <dgm:cxn modelId="{78D3C474-B3D8-4417-96CD-B6329CEFB56A}" type="presOf" srcId="{FCD7613A-9D28-40CE-AF0B-D7ED21EE8605}" destId="{961B18E8-D949-4660-8560-F023DFFA3457}" srcOrd="1" destOrd="0" presId="urn:microsoft.com/office/officeart/2005/8/layout/list1"/>
    <dgm:cxn modelId="{713E4B97-DAB8-4EC2-9ED0-5646FA97023C}" type="presOf" srcId="{14E24E12-004C-48CD-B73E-5F2A5525F633}" destId="{540D6A3E-E904-470C-B6DA-B21528BA3A21}" srcOrd="1" destOrd="0" presId="urn:microsoft.com/office/officeart/2005/8/layout/list1"/>
    <dgm:cxn modelId="{6A4FB597-12E5-4007-800F-862970F5BBD3}" type="presOf" srcId="{518A3F68-0D82-4691-9657-C00A482CB9E0}" destId="{25C2CA75-CD69-40E9-A135-AF558509871E}" srcOrd="0" destOrd="0" presId="urn:microsoft.com/office/officeart/2005/8/layout/list1"/>
    <dgm:cxn modelId="{32D63CC4-02B4-4BB0-81B4-C8B3828611A5}" type="presOf" srcId="{14E24E12-004C-48CD-B73E-5F2A5525F633}" destId="{AC5CE018-B1EA-42B5-BDA3-6211A2FBC3A5}" srcOrd="0" destOrd="0" presId="urn:microsoft.com/office/officeart/2005/8/layout/list1"/>
    <dgm:cxn modelId="{BF1905D1-6E29-40E6-B7CD-D27569BDA2D4}" type="presOf" srcId="{62446136-B391-41BA-99A7-42168D5B891C}" destId="{3D0E8C67-1883-48B1-A0CE-DC9D8AE3E991}" srcOrd="0" destOrd="0" presId="urn:microsoft.com/office/officeart/2005/8/layout/list1"/>
    <dgm:cxn modelId="{C52476D1-840A-4400-BC76-E77E15B7B094}" type="presOf" srcId="{2B3D55DB-D18E-4A44-914F-3BCD3EF79947}" destId="{8D960973-5C1D-4F1B-BE30-F7EFE67925B2}" srcOrd="0" destOrd="0" presId="urn:microsoft.com/office/officeart/2005/8/layout/list1"/>
    <dgm:cxn modelId="{9391A7E2-6CD4-42A0-8C68-B7A9ABB397D3}" type="presOf" srcId="{862AAB53-5974-46EC-8F44-7E0D4171EF53}" destId="{4BB62B95-3648-4533-8179-2739CF69B492}" srcOrd="1" destOrd="0" presId="urn:microsoft.com/office/officeart/2005/8/layout/list1"/>
    <dgm:cxn modelId="{C855AEED-5F1B-4424-9CF1-87797CA609A7}" srcId="{2B3D55DB-D18E-4A44-914F-3BCD3EF79947}" destId="{E6A119B0-2B0C-4886-B0A7-EABE3BDB91A4}" srcOrd="1" destOrd="0" parTransId="{7CBC971B-12BA-426E-AD89-F9D6C4979AE7}" sibTransId="{7F32C821-E5EB-4331-97CB-C5D98B2F9165}"/>
    <dgm:cxn modelId="{1CC17FF0-73B2-406C-AC9A-C0D3362591BC}" type="presOf" srcId="{FCD7613A-9D28-40CE-AF0B-D7ED21EE8605}" destId="{27540C86-EDE8-41DE-A390-F2FD17869BC2}" srcOrd="0" destOrd="0" presId="urn:microsoft.com/office/officeart/2005/8/layout/list1"/>
    <dgm:cxn modelId="{D2EE1DF2-8172-49DE-95C1-33316AA33F54}" srcId="{2B3D55DB-D18E-4A44-914F-3BCD3EF79947}" destId="{14E24E12-004C-48CD-B73E-5F2A5525F633}" srcOrd="0" destOrd="0" parTransId="{4E4FC12C-24F9-4B46-94F7-028538E14B83}" sibTransId="{6648A9D3-0DE9-4CD7-8A83-6C0A78028ED0}"/>
    <dgm:cxn modelId="{E38A2C35-C39D-4F05-BFD9-EDB49C81DA28}" type="presParOf" srcId="{8D960973-5C1D-4F1B-BE30-F7EFE67925B2}" destId="{1E96F8FB-6F69-4826-A0E7-8CCC57324B66}" srcOrd="0" destOrd="0" presId="urn:microsoft.com/office/officeart/2005/8/layout/list1"/>
    <dgm:cxn modelId="{8095DEC3-F556-4CDA-8F61-E02BCC16F56F}" type="presParOf" srcId="{1E96F8FB-6F69-4826-A0E7-8CCC57324B66}" destId="{AC5CE018-B1EA-42B5-BDA3-6211A2FBC3A5}" srcOrd="0" destOrd="0" presId="urn:microsoft.com/office/officeart/2005/8/layout/list1"/>
    <dgm:cxn modelId="{A84D6230-301D-442D-B0FB-4DF190EA45DA}" type="presParOf" srcId="{1E96F8FB-6F69-4826-A0E7-8CCC57324B66}" destId="{540D6A3E-E904-470C-B6DA-B21528BA3A21}" srcOrd="1" destOrd="0" presId="urn:microsoft.com/office/officeart/2005/8/layout/list1"/>
    <dgm:cxn modelId="{CC0FBF01-A058-4A4E-AF2C-B3649A363685}" type="presParOf" srcId="{8D960973-5C1D-4F1B-BE30-F7EFE67925B2}" destId="{3194C58C-9A4E-49EC-8726-5837ACF0A65C}" srcOrd="1" destOrd="0" presId="urn:microsoft.com/office/officeart/2005/8/layout/list1"/>
    <dgm:cxn modelId="{3BF869AA-43F8-436F-A6DA-11857812FF28}" type="presParOf" srcId="{8D960973-5C1D-4F1B-BE30-F7EFE67925B2}" destId="{546B8BCE-B359-4B01-A446-880FCCBA17B5}" srcOrd="2" destOrd="0" presId="urn:microsoft.com/office/officeart/2005/8/layout/list1"/>
    <dgm:cxn modelId="{C260EDE5-8E97-48F7-B796-124325BBB510}" type="presParOf" srcId="{8D960973-5C1D-4F1B-BE30-F7EFE67925B2}" destId="{7F4EE0AD-3BAC-42A2-ACCC-9D1161BF99F7}" srcOrd="3" destOrd="0" presId="urn:microsoft.com/office/officeart/2005/8/layout/list1"/>
    <dgm:cxn modelId="{BAD88AEB-8BA6-45EA-A7B5-2E7ADCF44F3D}" type="presParOf" srcId="{8D960973-5C1D-4F1B-BE30-F7EFE67925B2}" destId="{5ACD5A2B-61E8-4ED2-8ADA-A2F87EE72946}" srcOrd="4" destOrd="0" presId="urn:microsoft.com/office/officeart/2005/8/layout/list1"/>
    <dgm:cxn modelId="{61E683E3-600C-4843-BDB9-51867181EF42}" type="presParOf" srcId="{5ACD5A2B-61E8-4ED2-8ADA-A2F87EE72946}" destId="{BED9C1BE-761F-424F-8A65-330F72163C03}" srcOrd="0" destOrd="0" presId="urn:microsoft.com/office/officeart/2005/8/layout/list1"/>
    <dgm:cxn modelId="{51C10804-609C-4295-B824-75B29DC72FE6}" type="presParOf" srcId="{5ACD5A2B-61E8-4ED2-8ADA-A2F87EE72946}" destId="{59EA086D-E958-40EB-A0B4-43BBBE87FF0D}" srcOrd="1" destOrd="0" presId="urn:microsoft.com/office/officeart/2005/8/layout/list1"/>
    <dgm:cxn modelId="{9D18B72C-6EEE-4524-A594-78739A2F586F}" type="presParOf" srcId="{8D960973-5C1D-4F1B-BE30-F7EFE67925B2}" destId="{B372E854-6E73-4683-BD8C-663DCCCE1FCC}" srcOrd="5" destOrd="0" presId="urn:microsoft.com/office/officeart/2005/8/layout/list1"/>
    <dgm:cxn modelId="{B060B8B1-B127-437C-BEBF-C9BC63BCFA44}" type="presParOf" srcId="{8D960973-5C1D-4F1B-BE30-F7EFE67925B2}" destId="{4F532D39-28C8-43F2-A1D1-AA88BAA23488}" srcOrd="6" destOrd="0" presId="urn:microsoft.com/office/officeart/2005/8/layout/list1"/>
    <dgm:cxn modelId="{4C42B858-D77C-4E9E-8707-B502CC4463E0}" type="presParOf" srcId="{8D960973-5C1D-4F1B-BE30-F7EFE67925B2}" destId="{AB2F6607-90CD-49DF-ADD6-0D2BC050864F}" srcOrd="7" destOrd="0" presId="urn:microsoft.com/office/officeart/2005/8/layout/list1"/>
    <dgm:cxn modelId="{161F0BF3-C988-4D76-B147-0C571D45BFFF}" type="presParOf" srcId="{8D960973-5C1D-4F1B-BE30-F7EFE67925B2}" destId="{86EFBE35-FF3A-4C8E-828D-C9A16232E8BE}" srcOrd="8" destOrd="0" presId="urn:microsoft.com/office/officeart/2005/8/layout/list1"/>
    <dgm:cxn modelId="{DC30CA03-E242-4345-A83F-F8A57609F7E7}" type="presParOf" srcId="{86EFBE35-FF3A-4C8E-828D-C9A16232E8BE}" destId="{3D0E8C67-1883-48B1-A0CE-DC9D8AE3E991}" srcOrd="0" destOrd="0" presId="urn:microsoft.com/office/officeart/2005/8/layout/list1"/>
    <dgm:cxn modelId="{4DC60612-A0EC-45F4-995B-7B059B27995E}" type="presParOf" srcId="{86EFBE35-FF3A-4C8E-828D-C9A16232E8BE}" destId="{A6A8D9A1-9C8D-410A-87C7-FFD32EEF9DD0}" srcOrd="1" destOrd="0" presId="urn:microsoft.com/office/officeart/2005/8/layout/list1"/>
    <dgm:cxn modelId="{6EBC72A1-07FD-489B-849B-87B574EE80B0}" type="presParOf" srcId="{8D960973-5C1D-4F1B-BE30-F7EFE67925B2}" destId="{B5BC0A78-B372-45C3-A9EC-99AD712BDCE6}" srcOrd="9" destOrd="0" presId="urn:microsoft.com/office/officeart/2005/8/layout/list1"/>
    <dgm:cxn modelId="{8415545C-49CA-4CFA-A0B9-2092564EADFA}" type="presParOf" srcId="{8D960973-5C1D-4F1B-BE30-F7EFE67925B2}" destId="{90343B63-E0B4-485D-AA3B-2BD3D12A7220}" srcOrd="10" destOrd="0" presId="urn:microsoft.com/office/officeart/2005/8/layout/list1"/>
    <dgm:cxn modelId="{384962DD-5823-4C3A-86E8-A88066B2DA1C}" type="presParOf" srcId="{8D960973-5C1D-4F1B-BE30-F7EFE67925B2}" destId="{97CAE797-3502-4D6B-8479-23DA385BC046}" srcOrd="11" destOrd="0" presId="urn:microsoft.com/office/officeart/2005/8/layout/list1"/>
    <dgm:cxn modelId="{BFD0CD19-31CD-4365-A8D1-845E644A6834}" type="presParOf" srcId="{8D960973-5C1D-4F1B-BE30-F7EFE67925B2}" destId="{2A1BD9A1-ADB0-4ABB-AC86-3C1A65C71CA3}" srcOrd="12" destOrd="0" presId="urn:microsoft.com/office/officeart/2005/8/layout/list1"/>
    <dgm:cxn modelId="{DDFB4401-3174-49EE-AC0C-A6D655B6F66E}" type="presParOf" srcId="{2A1BD9A1-ADB0-4ABB-AC86-3C1A65C71CA3}" destId="{9646BC0B-4BC0-4C8D-83A1-EC12444C387A}" srcOrd="0" destOrd="0" presId="urn:microsoft.com/office/officeart/2005/8/layout/list1"/>
    <dgm:cxn modelId="{9EE18CDB-5782-4BB7-80C0-D83A24A903F3}" type="presParOf" srcId="{2A1BD9A1-ADB0-4ABB-AC86-3C1A65C71CA3}" destId="{4BB62B95-3648-4533-8179-2739CF69B492}" srcOrd="1" destOrd="0" presId="urn:microsoft.com/office/officeart/2005/8/layout/list1"/>
    <dgm:cxn modelId="{4B31FD01-B5B7-49D8-9284-C3DEEAB9611A}" type="presParOf" srcId="{8D960973-5C1D-4F1B-BE30-F7EFE67925B2}" destId="{F02DAAAB-831F-4279-BDB5-8603B4ADE401}" srcOrd="13" destOrd="0" presId="urn:microsoft.com/office/officeart/2005/8/layout/list1"/>
    <dgm:cxn modelId="{F1FFE9B9-8DD0-488C-A93F-95BE95D757AD}" type="presParOf" srcId="{8D960973-5C1D-4F1B-BE30-F7EFE67925B2}" destId="{6A9E3CA7-7908-4727-A751-A134A261A840}" srcOrd="14" destOrd="0" presId="urn:microsoft.com/office/officeart/2005/8/layout/list1"/>
    <dgm:cxn modelId="{2E39F0C0-859B-4391-AC87-7DE6E762A860}" type="presParOf" srcId="{8D960973-5C1D-4F1B-BE30-F7EFE67925B2}" destId="{70E2BC9B-78B1-43DE-8623-795D3303205B}" srcOrd="15" destOrd="0" presId="urn:microsoft.com/office/officeart/2005/8/layout/list1"/>
    <dgm:cxn modelId="{4413438B-E9CF-4C21-A69D-98A38203F143}" type="presParOf" srcId="{8D960973-5C1D-4F1B-BE30-F7EFE67925B2}" destId="{92FBAAE2-C414-492A-B86A-54F434A4DCDB}" srcOrd="16" destOrd="0" presId="urn:microsoft.com/office/officeart/2005/8/layout/list1"/>
    <dgm:cxn modelId="{AFC001C1-5DAD-4D05-A485-1E3F49A7E1C1}" type="presParOf" srcId="{92FBAAE2-C414-492A-B86A-54F434A4DCDB}" destId="{27540C86-EDE8-41DE-A390-F2FD17869BC2}" srcOrd="0" destOrd="0" presId="urn:microsoft.com/office/officeart/2005/8/layout/list1"/>
    <dgm:cxn modelId="{25C2956A-FD6E-41A9-87BD-7728AD2CFFC5}" type="presParOf" srcId="{92FBAAE2-C414-492A-B86A-54F434A4DCDB}" destId="{961B18E8-D949-4660-8560-F023DFFA3457}" srcOrd="1" destOrd="0" presId="urn:microsoft.com/office/officeart/2005/8/layout/list1"/>
    <dgm:cxn modelId="{73EC767D-5612-4C02-BDDC-0746D1C05FAB}" type="presParOf" srcId="{8D960973-5C1D-4F1B-BE30-F7EFE67925B2}" destId="{C438ADE8-CEC3-4D1D-92A4-2E234E0CBC05}" srcOrd="17" destOrd="0" presId="urn:microsoft.com/office/officeart/2005/8/layout/list1"/>
    <dgm:cxn modelId="{2D8D7EDD-1B48-48C3-B0FE-7C94A134701F}" type="presParOf" srcId="{8D960973-5C1D-4F1B-BE30-F7EFE67925B2}" destId="{D8328C3B-BF4C-49AE-AC96-006EC755B802}" srcOrd="18" destOrd="0" presId="urn:microsoft.com/office/officeart/2005/8/layout/list1"/>
    <dgm:cxn modelId="{34CB0AE9-8136-46DF-B8C1-C4D33CBF6D40}" type="presParOf" srcId="{8D960973-5C1D-4F1B-BE30-F7EFE67925B2}" destId="{1E167010-5BD8-4032-9457-D3E21ABC1E84}" srcOrd="19" destOrd="0" presId="urn:microsoft.com/office/officeart/2005/8/layout/list1"/>
    <dgm:cxn modelId="{623CB3B2-9E32-4A1C-8258-FBE4739E2B75}" type="presParOf" srcId="{8D960973-5C1D-4F1B-BE30-F7EFE67925B2}" destId="{B3F61B01-8C2C-46CE-94F5-EAA525593647}" srcOrd="20" destOrd="0" presId="urn:microsoft.com/office/officeart/2005/8/layout/list1"/>
    <dgm:cxn modelId="{0E4331FA-DC17-43A1-BA2D-187C8CF73E22}" type="presParOf" srcId="{B3F61B01-8C2C-46CE-94F5-EAA525593647}" destId="{25C2CA75-CD69-40E9-A135-AF558509871E}" srcOrd="0" destOrd="0" presId="urn:microsoft.com/office/officeart/2005/8/layout/list1"/>
    <dgm:cxn modelId="{DE157AA3-C452-4041-87F9-D82A3CE8431E}" type="presParOf" srcId="{B3F61B01-8C2C-46CE-94F5-EAA525593647}" destId="{EEE53E42-E636-466D-88B4-89D1A526CE1D}" srcOrd="1" destOrd="0" presId="urn:microsoft.com/office/officeart/2005/8/layout/list1"/>
    <dgm:cxn modelId="{E43F14BD-5010-46E3-B0C0-D10A932DE1D2}" type="presParOf" srcId="{8D960973-5C1D-4F1B-BE30-F7EFE67925B2}" destId="{FC4D5825-02CF-4A7E-AEF2-6FE6E0AF17D9}" srcOrd="21" destOrd="0" presId="urn:microsoft.com/office/officeart/2005/8/layout/list1"/>
    <dgm:cxn modelId="{318C8081-BF65-4C9D-960D-995F3CB0ADB0}" type="presParOf" srcId="{8D960973-5C1D-4F1B-BE30-F7EFE67925B2}" destId="{F6775330-CA78-4CBC-8656-3EBBE0C4C4E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B8BCE-B359-4B01-A446-880FCCBA17B5}">
      <dsp:nvSpPr>
        <dsp:cNvPr id="0" name=""/>
        <dsp:cNvSpPr/>
      </dsp:nvSpPr>
      <dsp:spPr>
        <a:xfrm>
          <a:off x="0" y="379439"/>
          <a:ext cx="614476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F0D2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0D6A3E-E904-470C-B6DA-B21528BA3A21}">
      <dsp:nvSpPr>
        <dsp:cNvPr id="0" name=""/>
        <dsp:cNvSpPr/>
      </dsp:nvSpPr>
      <dsp:spPr>
        <a:xfrm>
          <a:off x="307238" y="113759"/>
          <a:ext cx="4301337" cy="531360"/>
        </a:xfrm>
        <a:prstGeom prst="roundRect">
          <a:avLst/>
        </a:prstGeom>
        <a:solidFill>
          <a:srgbClr val="CF0D25"/>
        </a:solidFill>
        <a:ln w="19050" cap="flat" cmpd="sng" algn="ctr">
          <a:solidFill>
            <a:srgbClr val="CF0D2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Project Overview</a:t>
          </a:r>
          <a:endParaRPr lang="en-US" sz="1800" kern="1200" dirty="0"/>
        </a:p>
      </dsp:txBody>
      <dsp:txXfrm>
        <a:off x="333177" y="139698"/>
        <a:ext cx="4249459" cy="479482"/>
      </dsp:txXfrm>
    </dsp:sp>
    <dsp:sp modelId="{4F532D39-28C8-43F2-A1D1-AA88BAA23488}">
      <dsp:nvSpPr>
        <dsp:cNvPr id="0" name=""/>
        <dsp:cNvSpPr/>
      </dsp:nvSpPr>
      <dsp:spPr>
        <a:xfrm>
          <a:off x="0" y="1195919"/>
          <a:ext cx="614476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F0D2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A086D-E958-40EB-A0B4-43BBBE87FF0D}">
      <dsp:nvSpPr>
        <dsp:cNvPr id="0" name=""/>
        <dsp:cNvSpPr/>
      </dsp:nvSpPr>
      <dsp:spPr>
        <a:xfrm>
          <a:off x="307238" y="930239"/>
          <a:ext cx="4301337" cy="531360"/>
        </a:xfrm>
        <a:prstGeom prst="roundRect">
          <a:avLst/>
        </a:prstGeom>
        <a:solidFill>
          <a:srgbClr val="CF0D2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Project Objectives</a:t>
          </a:r>
        </a:p>
      </dsp:txBody>
      <dsp:txXfrm>
        <a:off x="333177" y="956178"/>
        <a:ext cx="4249459" cy="479482"/>
      </dsp:txXfrm>
    </dsp:sp>
    <dsp:sp modelId="{90343B63-E0B4-485D-AA3B-2BD3D12A7220}">
      <dsp:nvSpPr>
        <dsp:cNvPr id="0" name=""/>
        <dsp:cNvSpPr/>
      </dsp:nvSpPr>
      <dsp:spPr>
        <a:xfrm>
          <a:off x="0" y="2012399"/>
          <a:ext cx="614476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F0D2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8D9A1-9C8D-410A-87C7-FFD32EEF9DD0}">
      <dsp:nvSpPr>
        <dsp:cNvPr id="0" name=""/>
        <dsp:cNvSpPr/>
      </dsp:nvSpPr>
      <dsp:spPr>
        <a:xfrm>
          <a:off x="307238" y="1746719"/>
          <a:ext cx="4301337" cy="531360"/>
        </a:xfrm>
        <a:prstGeom prst="roundRect">
          <a:avLst/>
        </a:prstGeom>
        <a:solidFill>
          <a:srgbClr val="CF0D2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Methodology</a:t>
          </a:r>
        </a:p>
      </dsp:txBody>
      <dsp:txXfrm>
        <a:off x="333177" y="1772658"/>
        <a:ext cx="4249459" cy="479482"/>
      </dsp:txXfrm>
    </dsp:sp>
    <dsp:sp modelId="{6A9E3CA7-7908-4727-A751-A134A261A840}">
      <dsp:nvSpPr>
        <dsp:cNvPr id="0" name=""/>
        <dsp:cNvSpPr/>
      </dsp:nvSpPr>
      <dsp:spPr>
        <a:xfrm>
          <a:off x="0" y="2828880"/>
          <a:ext cx="614476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B62B95-3648-4533-8179-2739CF69B492}">
      <dsp:nvSpPr>
        <dsp:cNvPr id="0" name=""/>
        <dsp:cNvSpPr/>
      </dsp:nvSpPr>
      <dsp:spPr>
        <a:xfrm>
          <a:off x="307238" y="2563199"/>
          <a:ext cx="4301337" cy="531360"/>
        </a:xfrm>
        <a:prstGeom prst="roundRect">
          <a:avLst/>
        </a:prstGeom>
        <a:solidFill>
          <a:srgbClr val="CF0D2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System Implementation</a:t>
          </a:r>
          <a:endParaRPr lang="en-US" sz="1800" kern="1200" dirty="0"/>
        </a:p>
      </dsp:txBody>
      <dsp:txXfrm>
        <a:off x="333177" y="2589138"/>
        <a:ext cx="4249459" cy="479482"/>
      </dsp:txXfrm>
    </dsp:sp>
    <dsp:sp modelId="{D8328C3B-BF4C-49AE-AC96-006EC755B802}">
      <dsp:nvSpPr>
        <dsp:cNvPr id="0" name=""/>
        <dsp:cNvSpPr/>
      </dsp:nvSpPr>
      <dsp:spPr>
        <a:xfrm>
          <a:off x="0" y="3645360"/>
          <a:ext cx="614476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CF0D2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B18E8-D949-4660-8560-F023DFFA3457}">
      <dsp:nvSpPr>
        <dsp:cNvPr id="0" name=""/>
        <dsp:cNvSpPr/>
      </dsp:nvSpPr>
      <dsp:spPr>
        <a:xfrm>
          <a:off x="307238" y="3379680"/>
          <a:ext cx="4301337" cy="531360"/>
        </a:xfrm>
        <a:prstGeom prst="roundRect">
          <a:avLst/>
        </a:prstGeom>
        <a:solidFill>
          <a:srgbClr val="CF0D2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Challenges and Risks</a:t>
          </a:r>
        </a:p>
      </dsp:txBody>
      <dsp:txXfrm>
        <a:off x="333177" y="3405619"/>
        <a:ext cx="4249459" cy="479482"/>
      </dsp:txXfrm>
    </dsp:sp>
    <dsp:sp modelId="{F6775330-CA78-4CBC-8656-3EBBE0C4C4E3}">
      <dsp:nvSpPr>
        <dsp:cNvPr id="0" name=""/>
        <dsp:cNvSpPr/>
      </dsp:nvSpPr>
      <dsp:spPr>
        <a:xfrm>
          <a:off x="0" y="4461840"/>
          <a:ext cx="6144767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53E42-E636-466D-88B4-89D1A526CE1D}">
      <dsp:nvSpPr>
        <dsp:cNvPr id="0" name=""/>
        <dsp:cNvSpPr/>
      </dsp:nvSpPr>
      <dsp:spPr>
        <a:xfrm>
          <a:off x="307238" y="4196160"/>
          <a:ext cx="4301337" cy="531360"/>
        </a:xfrm>
        <a:prstGeom prst="roundRect">
          <a:avLst/>
        </a:prstGeom>
        <a:solidFill>
          <a:srgbClr val="CF0D2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Results and summary</a:t>
          </a:r>
        </a:p>
      </dsp:txBody>
      <dsp:txXfrm>
        <a:off x="333177" y="4222099"/>
        <a:ext cx="4249459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1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1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48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5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4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79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2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5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4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red lines on a white background&#10;&#10;AI-generated content may be incorrect.">
            <a:extLst>
              <a:ext uri="{FF2B5EF4-FFF2-40B4-BE49-F238E27FC236}">
                <a16:creationId xmlns:a16="http://schemas.microsoft.com/office/drawing/2014/main" id="{CEA04370-3416-59CC-A5F1-35A90AB7C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46" r="-1" b="379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17273-0F32-740F-4E49-9C105B2B8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309511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Password Generator and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F72AB-4767-654C-D3A2-750DB209F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By: Sekou Bamba and Matthew junkins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43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956D6-3054-BBDE-281D-712E8B07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A8F1E2-EF11-3041-AED3-3EA8B46ED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689172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8636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506F-3D4B-860D-70B7-E65B9EEE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05AEF-575B-594B-3A66-34DF4879F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website generates strong passwords according to the user’s specifications and stores them. Users currently prioritize convenient passwords over secure ones, risking their accounts becoming compromised. We wanted to create a website that makes the hassle of creating and storing strong passwords easier. </a:t>
            </a:r>
          </a:p>
        </p:txBody>
      </p:sp>
    </p:spTree>
    <p:extLst>
      <p:ext uri="{BB962C8B-B14F-4D97-AF65-F5344CB8AC3E}">
        <p14:creationId xmlns:p14="http://schemas.microsoft.com/office/powerpoint/2010/main" val="2383918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BFD6-E680-F164-17BD-7194ED5B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185AC-AAAA-F252-75B5-16CFE5C78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Secure password generation</a:t>
            </a:r>
          </a:p>
          <a:p>
            <a:r>
              <a:rPr lang="en-US" dirty="0"/>
              <a:t>Local storage of credentials</a:t>
            </a:r>
          </a:p>
          <a:p>
            <a:r>
              <a:rPr lang="en-US" dirty="0"/>
              <a:t>Easy to use UI</a:t>
            </a:r>
          </a:p>
          <a:p>
            <a:r>
              <a:rPr lang="en-US" dirty="0"/>
              <a:t>Reduce reliance on easy-to-use passwords</a:t>
            </a:r>
          </a:p>
        </p:txBody>
      </p:sp>
    </p:spTree>
    <p:extLst>
      <p:ext uri="{BB962C8B-B14F-4D97-AF65-F5344CB8AC3E}">
        <p14:creationId xmlns:p14="http://schemas.microsoft.com/office/powerpoint/2010/main" val="1838260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0E23-77CA-D0CB-8B0F-C122B587C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F20B2-BCC6-70E6-EAF9-BD88211EA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Development Approach</a:t>
            </a:r>
          </a:p>
          <a:p>
            <a:r>
              <a:rPr lang="en-US" dirty="0"/>
              <a:t>Used A/B testing to compare UI layouts</a:t>
            </a:r>
          </a:p>
          <a:p>
            <a:pPr marL="0" indent="0">
              <a:buNone/>
            </a:pPr>
            <a:r>
              <a:rPr lang="en-US" dirty="0"/>
              <a:t>Tools Used:</a:t>
            </a:r>
          </a:p>
          <a:p>
            <a:r>
              <a:rPr lang="en-US" dirty="0"/>
              <a:t>VS Code </a:t>
            </a:r>
          </a:p>
          <a:p>
            <a:r>
              <a:rPr lang="en-US" dirty="0"/>
              <a:t>GitHub</a:t>
            </a:r>
          </a:p>
          <a:p>
            <a:r>
              <a:rPr lang="en-US" dirty="0"/>
              <a:t>Browser Developer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685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E3E3E-CE4E-9626-2315-C300D3AD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sz="4100" dirty="0"/>
              <a:t>System Implementation</a:t>
            </a:r>
            <a:br>
              <a:rPr lang="en-US" sz="4100" dirty="0"/>
            </a:br>
            <a:endParaRPr lang="en-US" sz="41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8B85B-BBB2-886A-7BC7-E7FD54493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HTML</a:t>
            </a:r>
          </a:p>
          <a:p>
            <a:r>
              <a:rPr lang="en-US" dirty="0"/>
              <a:t>Hero header explaining app purpose</a:t>
            </a:r>
          </a:p>
          <a:p>
            <a:r>
              <a:rPr lang="en-US" dirty="0"/>
              <a:t>Tab navigation:</a:t>
            </a:r>
          </a:p>
          <a:p>
            <a:pPr lvl="1"/>
            <a:r>
              <a:rPr lang="en-US" dirty="0"/>
              <a:t>Generator</a:t>
            </a:r>
          </a:p>
          <a:p>
            <a:pPr lvl="1"/>
            <a:r>
              <a:rPr lang="en-US" dirty="0"/>
              <a:t>Storage and manager</a:t>
            </a:r>
          </a:p>
          <a:p>
            <a:pPr lvl="1"/>
            <a:r>
              <a:rPr lang="en-US" dirty="0"/>
              <a:t>Settings</a:t>
            </a:r>
          </a:p>
          <a:p>
            <a:r>
              <a:rPr lang="en-US" dirty="0"/>
              <a:t>Slider for switching sections in the Storage tab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189148-160E-169B-A6F0-DBD1D739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943" y="976160"/>
            <a:ext cx="4289688" cy="53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75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13E78-FE0A-28CA-84D0-9FFE0A15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C3CB8-770D-684E-C45B-BC51BD06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sz="4100" dirty="0"/>
              <a:t>System Implementation</a:t>
            </a:r>
            <a:br>
              <a:rPr lang="en-US" sz="4100" dirty="0"/>
            </a:br>
            <a:endParaRPr lang="en-US" sz="410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F583F60-6F8B-B498-CB88-B1AA0648A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77ECD-EEFE-9B73-4692-50F5628B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020056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CSS</a:t>
            </a:r>
          </a:p>
          <a:p>
            <a:r>
              <a:rPr lang="en-US" dirty="0"/>
              <a:t>Modern card-based design</a:t>
            </a:r>
          </a:p>
          <a:p>
            <a:r>
              <a:rPr lang="en-US" dirty="0"/>
              <a:t>Light &amp; Dark mode support</a:t>
            </a:r>
          </a:p>
          <a:p>
            <a:r>
              <a:rPr lang="en-US" dirty="0"/>
              <a:t>Responsive for different screen sizes</a:t>
            </a:r>
          </a:p>
          <a:p>
            <a:r>
              <a:rPr lang="en-US" dirty="0"/>
              <a:t>Rounded corners and soft shadows</a:t>
            </a:r>
          </a:p>
          <a:p>
            <a:r>
              <a:rPr lang="en-US" dirty="0"/>
              <a:t>Custom color variables</a:t>
            </a:r>
          </a:p>
          <a:p>
            <a:r>
              <a:rPr lang="en-US" dirty="0"/>
              <a:t>Grid and Flexbox layout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0C3502-6883-6544-2BF2-BAD432A8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391" y="2578608"/>
            <a:ext cx="2852928" cy="3693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5C67E1-168C-5FF7-FB3F-7D156139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864" y="2579447"/>
            <a:ext cx="2852928" cy="343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97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97054-196D-9029-F1D1-D2F236BD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86AB9-1831-9EF9-2A49-D9685787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sz="4100" dirty="0"/>
              <a:t>System Implementation</a:t>
            </a:r>
            <a:br>
              <a:rPr lang="en-US" sz="4100" dirty="0"/>
            </a:br>
            <a:endParaRPr lang="en-US" sz="4100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C03DC8-F300-66C1-5602-9B171F176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Javascript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Password Generator:</a:t>
            </a:r>
          </a:p>
          <a:p>
            <a:pPr lvl="1"/>
            <a:r>
              <a:rPr lang="en-US" dirty="0"/>
              <a:t>Custom password rules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320696-30F7-ECC7-7529-710447FC6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28" t="1" r="-555" b="-4"/>
          <a:stretch>
            <a:fillRect/>
          </a:stretch>
        </p:blipFill>
        <p:spPr>
          <a:xfrm>
            <a:off x="7488406" y="978408"/>
            <a:ext cx="4182386" cy="53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7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BD95C-E9A9-1FFD-C257-B7D14DBD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BAC07-7778-F53E-FCEB-93B03EB3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Implementation</a:t>
            </a:r>
            <a:b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F583F60-6F8B-B498-CB88-B1AA0648A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6A5CFA-84DD-E850-951F-3CE298CBA599}"/>
              </a:ext>
            </a:extLst>
          </p:cNvPr>
          <p:cNvSpPr txBox="1">
            <a:spLocks/>
          </p:cNvSpPr>
          <p:nvPr/>
        </p:nvSpPr>
        <p:spPr>
          <a:xfrm>
            <a:off x="521207" y="2578608"/>
            <a:ext cx="6754235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Javascript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Password Generator:</a:t>
            </a:r>
          </a:p>
          <a:p>
            <a:pPr lvl="1"/>
            <a:r>
              <a:rPr lang="en-US" dirty="0"/>
              <a:t>Custom password rules</a:t>
            </a:r>
          </a:p>
          <a:p>
            <a:pPr marL="457200" lvl="1" indent="0">
              <a:buNone/>
            </a:pPr>
            <a:r>
              <a:rPr lang="en-US" dirty="0"/>
              <a:t>Password Manager</a:t>
            </a:r>
          </a:p>
          <a:p>
            <a:pPr lvl="1"/>
            <a:r>
              <a:rPr lang="en-US" dirty="0"/>
              <a:t>Save entries with label, username, and password</a:t>
            </a:r>
          </a:p>
          <a:p>
            <a:pPr lvl="1"/>
            <a:r>
              <a:rPr lang="en-US" dirty="0"/>
              <a:t>Copy, show/hide, edit, delete options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4D9743-BE8E-9628-F065-64E82865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3" r="2" b="2"/>
          <a:stretch>
            <a:fillRect/>
          </a:stretch>
        </p:blipFill>
        <p:spPr>
          <a:xfrm>
            <a:off x="9034416" y="2569464"/>
            <a:ext cx="2636376" cy="37764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EF8A48-87B2-4797-ED24-787035A88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961" y="2569464"/>
            <a:ext cx="2681295" cy="37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54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939CB-91B4-E7EA-F750-C1038977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D6176-C248-FC4D-E89F-C4C38C813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sz="4100" dirty="0"/>
              <a:t>System Implementation</a:t>
            </a:r>
            <a:br>
              <a:rPr lang="en-US" sz="4100" dirty="0"/>
            </a:br>
            <a:endParaRPr lang="en-US" sz="4100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A3D70-BCB5-4B15-1AF8-66D56BA3A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Javascript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Password Generator:</a:t>
            </a:r>
          </a:p>
          <a:p>
            <a:pPr lvl="1"/>
            <a:r>
              <a:rPr lang="en-US" dirty="0"/>
              <a:t>Custom password rules</a:t>
            </a:r>
          </a:p>
          <a:p>
            <a:pPr marL="457200" lvl="1" indent="0">
              <a:buNone/>
            </a:pPr>
            <a:r>
              <a:rPr lang="en-US" dirty="0"/>
              <a:t>Password Manager</a:t>
            </a:r>
          </a:p>
          <a:p>
            <a:pPr lvl="1"/>
            <a:r>
              <a:rPr lang="en-US" dirty="0"/>
              <a:t>Save entries with label, username, and password</a:t>
            </a:r>
          </a:p>
          <a:p>
            <a:pPr lvl="1"/>
            <a:r>
              <a:rPr lang="en-US" dirty="0"/>
              <a:t>Copy, show/hide, edit, delete options</a:t>
            </a:r>
          </a:p>
          <a:p>
            <a:pPr marL="457200" lvl="1" indent="0">
              <a:buNone/>
            </a:pPr>
            <a:r>
              <a:rPr lang="en-US" dirty="0"/>
              <a:t>Settings</a:t>
            </a:r>
          </a:p>
          <a:p>
            <a:pPr lvl="1"/>
            <a:r>
              <a:rPr lang="en-US" dirty="0"/>
              <a:t>Dark/light mode toggle</a:t>
            </a:r>
          </a:p>
          <a:p>
            <a:pPr lvl="1"/>
            <a:r>
              <a:rPr lang="en-US" dirty="0"/>
              <a:t>Accent color changes</a:t>
            </a:r>
          </a:p>
          <a:p>
            <a:pPr lvl="1"/>
            <a:r>
              <a:rPr lang="en-US" dirty="0"/>
              <a:t>Delete all saved data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C44AE-D1B5-94B7-B4F5-D914200D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00"/>
          <a:stretch>
            <a:fillRect/>
          </a:stretch>
        </p:blipFill>
        <p:spPr>
          <a:xfrm>
            <a:off x="7611266" y="976160"/>
            <a:ext cx="3755041" cy="53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00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7B7F-DEB5-5D60-CBE7-26420F2C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AA902-228A-A793-0666-6CE863E71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Problems</a:t>
            </a:r>
          </a:p>
          <a:p>
            <a:pPr lvl="1"/>
            <a:r>
              <a:rPr lang="en-US" sz="2000" dirty="0"/>
              <a:t>Password generator</a:t>
            </a:r>
          </a:p>
          <a:p>
            <a:pPr lvl="1"/>
            <a:r>
              <a:rPr lang="en-US" sz="2000" dirty="0"/>
              <a:t>Tab selection</a:t>
            </a:r>
          </a:p>
          <a:p>
            <a:pPr lvl="1"/>
            <a:r>
              <a:rPr lang="en-US" sz="2000" dirty="0"/>
              <a:t>Saving password to storage</a:t>
            </a:r>
          </a:p>
          <a:p>
            <a:pPr lvl="1"/>
            <a:r>
              <a:rPr lang="en-US" sz="2000" dirty="0"/>
              <a:t>Clipboard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968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6D1D3-6262-ED0A-0552-54648579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 dirty="0"/>
              <a:t>Results and 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5B0E5-AC0B-1EF8-E575-EE52B2758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password generation</a:t>
            </a:r>
          </a:p>
          <a:p>
            <a:r>
              <a:rPr lang="en-US" dirty="0"/>
              <a:t>Passwords can be saved, edited, and deleted</a:t>
            </a:r>
          </a:p>
          <a:p>
            <a:r>
              <a:rPr lang="en-US" dirty="0"/>
              <a:t>Easy to use UI across browsers</a:t>
            </a:r>
          </a:p>
          <a:p>
            <a:r>
              <a:rPr lang="en-US" dirty="0"/>
              <a:t>Customization for users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497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291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Bierstadt</vt:lpstr>
      <vt:lpstr>GestaltVTI</vt:lpstr>
      <vt:lpstr>Password Generator and Manager</vt:lpstr>
      <vt:lpstr>Table of Contents</vt:lpstr>
      <vt:lpstr>Project Overview</vt:lpstr>
      <vt:lpstr>Project Objectives</vt:lpstr>
      <vt:lpstr>Methodology</vt:lpstr>
      <vt:lpstr>System Implementation </vt:lpstr>
      <vt:lpstr>System Implementation </vt:lpstr>
      <vt:lpstr>System Implementation </vt:lpstr>
      <vt:lpstr>System Implementation </vt:lpstr>
      <vt:lpstr>System Implementation </vt:lpstr>
      <vt:lpstr>Challenges and Risks</vt:lpstr>
      <vt:lpstr>Results and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junkins</dc:creator>
  <cp:lastModifiedBy>matthew junkins</cp:lastModifiedBy>
  <cp:revision>3</cp:revision>
  <dcterms:created xsi:type="dcterms:W3CDTF">2025-11-15T01:00:54Z</dcterms:created>
  <dcterms:modified xsi:type="dcterms:W3CDTF">2025-11-21T02:49:39Z</dcterms:modified>
</cp:coreProperties>
</file>